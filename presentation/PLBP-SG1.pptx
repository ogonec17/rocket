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aesa.tech/documentation" TargetMode="External"/><Relationship Id="rId4" Type="http://schemas.openxmlformats.org/officeDocument/2006/relationships/hyperlink" Target="https://aerotech-rocketry.com/pages/catalogs-brochures" TargetMode="External"/><Relationship Id="rId5" Type="http://schemas.openxmlformats.org/officeDocument/2006/relationships/hyperlink" Target="https://ntrs.nasa.gov/citations/2001004783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ПРЕДВАРИТЕЛЬНОЕ ПРОЕКТИРОВАНИЕ / A04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Ревизия A04 · 30 сентября 2026 · цифровой прототип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01 / 16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8183879"/>
            <a:ext cx="914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103120"/>
            <a:ext cx="9601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8700" b="1">
                <a:solidFill>
                  <a:srgbClr val="F4F1E9"/>
                </a:solidFill>
                <a:latin typeface="Noto Sans"/>
              </a:defRPr>
            </a:pPr>
            <a:r>
              <a:t>PLBP–SG1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85876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000" b="0">
                <a:solidFill>
                  <a:srgbClr val="F4F1E9"/>
                </a:solidFill>
                <a:latin typeface="Noto Sans"/>
              </a:defRPr>
            </a:pPr>
            <a:r>
              <a:t>Ракета для лиги «Супер ГИРД»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321808"/>
            <a:ext cx="36576" cy="69494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340096"/>
            <a:ext cx="8686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400" b="0">
                <a:solidFill>
                  <a:srgbClr val="AFBDC0"/>
                </a:solidFill>
                <a:latin typeface="Noto Sans"/>
              </a:defRPr>
            </a:pPr>
            <a:r>
              <a:t>1,5 кг полезной нагрузки. Проверяемый цифровой проект.</a:t>
            </a:r>
          </a:p>
        </p:txBody>
      </p:sp>
      <p:sp>
        <p:nvSpPr>
          <p:cNvPr id="28" name="Oval 27"/>
          <p:cNvSpPr/>
          <p:nvPr/>
        </p:nvSpPr>
        <p:spPr>
          <a:xfrm>
            <a:off x="10424160" y="2157984"/>
            <a:ext cx="3474720" cy="3474720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000232" y="2734056"/>
            <a:ext cx="2322576" cy="2322576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8400" y="3877056"/>
            <a:ext cx="4206240" cy="1097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52376" y="1810512"/>
            <a:ext cx="10972" cy="420624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3593592"/>
            <a:ext cx="2048256" cy="640080"/>
          </a:xfrm>
          <a:prstGeom prst="rect">
            <a:avLst/>
          </a:prstGeom>
          <a:solidFill>
            <a:srgbClr val="1017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0" y="36850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600" b="1">
                <a:solidFill>
                  <a:srgbClr val="FF793F"/>
                </a:solidFill>
                <a:latin typeface="Noto Sans"/>
              </a:defRPr>
            </a:pPr>
            <a:r>
              <a:t>SG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Три результата одного полёта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Конкурсная база: XV сезон 2025–2026. Условия нового сезона предстоит подтвердить.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02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8288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≥ 1 км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Выведение макета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Порог из опубликованного ТЗ XV сезона.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31536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Возврат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Носитель и макет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1536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Отдельная проверка каждой системы спасения.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 + земля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48672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события и сопоставление журналов.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02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Макет — это полезная 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Расхождение источников открыто. Габарит макета 1,5 кг требует подтверждения.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03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27432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1,5 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Основной проектный вариант по странице чемпионата ВИШ.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1,0 кг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 опубликованном PDF XV: Ø84×220 вместе с парашютом.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Без лимита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Масса самой ракеты не ограничена: ТЗ, п. 1.1.1.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03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Первая параметрическая ракета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FreeCAD A04 · длина 1,57 м · корпус Ø100 мм · три неподвижных стабилизатора.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04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36576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exter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04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Внутренние объёмы уже размещены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Корпус скрыт для просмотра. Электроника и парашют представлены условными габаритами.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05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45720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cuta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05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Размеры и интерфейсы зафиксированы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Компоновочная схема A04. Рабочие чертежи с допусками и силовыми соединениями ещё не выпущены.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06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5486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239572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06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Центровка с нагрузкой 1,5 кг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CP зависит от скорости и угла атаки. Ручная низкоскоростная оценка: 1169 мм.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07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64008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CG: 940 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Центр массы старта от вершины.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CP: 1169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OpenRocket: M=0,05; угол атаки 0°.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Запас: 2,285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Статическая оценка; флаттер не проверен.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07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1D: влияние принятого Cd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Основной макет 1,5 кг: 1,24–1,66 км при трёх принятых Cd. Это расчётная оценка.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08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73152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s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2395728"/>
            <a:ext cx="9656064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OpenRocket: пять тестовых сценариев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Штиль: 1514 м. Ветер и направляющая — тестовые; расчёт заканчивается у апогея.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09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82296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r-f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99" y="2395728"/>
            <a:ext cx="117348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Центровка и давление в полёте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CG: 940 → 874 мм. Max q: 26,48 кПа. Карта давлений и прочность ещё не рассчитаны.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10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91440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r-balance-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99" y="2395728"/>
            <a:ext cx="117348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Модель можно открыть и пересчитать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Шестистепенная модель жёсткого тела. Расчётная воспроизводимость не равна подтверждению полётом.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11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0058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.ork + .rse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OpenRocket 24.12. Пять сохранённых сценариев, штатная остановка на апогее.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Проверка переноса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Масса и CG совпали с CAD. Проверены повторная загрузка и уменьшение шага.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Следующий шаг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Реальные массы, двигатель, ветер, направляющая; разработка отделения и спасения.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08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Модульная конструкция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A04: последовательность отсеков задана. Крепления, разделение и обслуживание требуют разработки.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12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09728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Учебный макет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8528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Собственная система спасения.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60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Возврат носителя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Спасение и обслуживаемые крепления.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Бортовая система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8528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запись, радио, самописец.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52360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99248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Двигательный модуль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Справочный интерфейс Ø54 × 358 мм.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09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1,5 кг нагрузки → 5,787 кг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Общая масса по ТЗ не ограничена. Шкала до 6 кг. Масса расчётная, не измеренная.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13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18872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7889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Контрольный макет 1,0 кг — PDF ТЗ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63347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5,287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54787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547872"/>
            <a:ext cx="1160263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23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7091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Основной макет 1,5 кг — проект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55371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5,787 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6811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5468112"/>
            <a:ext cx="1269991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9436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10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Материалы и честное облегчение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MassAudit и просмотрщик раскрывают каждую массу. Подтверждённая экономия без потерь: 0 г.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14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28016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Стеклопластик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1850 кг/м³ — принятая плотность. Марка и укладка открыты.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Полимер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1270 кг/м³ — допущение для обтекателя.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−630 г условно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Варианты стенок, материала и плат; без проверки не применены.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Что подтверждено на этой итерации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24 тела; стабилизаторы видны после повторного открытия в FreeCAD. Физических испытаний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15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37160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Сделано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CAD A04, материалы, STEP и просмотр.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GUI, ведомость и предварительные расчёты.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29500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58100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Открыто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58100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Рабочие соединения и компоненты.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Прочность, стенды и полёт.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ИСТОЧНИКИ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Основания и допущения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Официальные документы ВИШ и источники расчётных данных. Проверено 30.09.2026.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16 / 16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4630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ВИШ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Полное положение и приложения 1–7; ТЗ СГ.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3"/>
              </a:rPr>
              <a:t>https://aesa.tech/documentation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4104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AeroTech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4104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Размеры, масса и график справочного двигателя.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104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4"/>
              </a:rPr>
              <a:t>https://aerotech-rocketry.com/pages/catalogs-brochures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NASA / Barrowman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Метод линейной оценки и ограничения применимости.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5"/>
              </a:rPr>
              <a:t>https://ntrs.nasa.gov/citations/20010047838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9D73"/>
      </a:hlink>
      <a:folHlink>
        <a:srgbClr val="FF9D7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PLBP-SG1 A04 — проектирование ракеты «Супер ГИРД»</dc:title>
  <dc:subject>Предварительная CAD-компоновка, расчёты и план проверки</dc:subject>
  <dc:creator>Команда PLBP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